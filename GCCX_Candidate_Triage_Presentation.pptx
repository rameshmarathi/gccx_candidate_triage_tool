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500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A0CBF5"/>
                </a:solidFill>
                <a:latin typeface="Aptos"/>
              </a:defRPr>
            </a:pPr>
            <a:r>
              <a:t>GCCX • ROUND 1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Candidate Triage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97840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0">
                <a:solidFill>
                  <a:srgbClr val="E6EDF6"/>
                </a:solidFill>
                <a:latin typeface="Aptos"/>
              </a:defRPr>
            </a:pPr>
            <a:r>
              <a:t>A simple recruiter workspace for searching, organizing, and reviewing candidate profiles with AI-assisted summaries.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51960"/>
            <a:ext cx="2011680" cy="457200"/>
          </a:xfrm>
          <a:prstGeom prst="roundRect">
            <a:avLst/>
          </a:prstGeom>
          <a:solidFill>
            <a:srgbClr val="284163"/>
          </a:solidFill>
          <a:ln>
            <a:solidFill>
              <a:srgbClr val="507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4334256"/>
            <a:ext cx="186537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Flask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4251960"/>
            <a:ext cx="1234440" cy="457200"/>
          </a:xfrm>
          <a:prstGeom prst="roundRect">
            <a:avLst/>
          </a:prstGeom>
          <a:solidFill>
            <a:srgbClr val="284163"/>
          </a:solidFill>
          <a:ln>
            <a:solidFill>
              <a:srgbClr val="507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4334256"/>
            <a:ext cx="108813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251960"/>
            <a:ext cx="2148840" cy="457200"/>
          </a:xfrm>
          <a:prstGeom prst="roundRect">
            <a:avLst/>
          </a:prstGeom>
          <a:solidFill>
            <a:srgbClr val="284163"/>
          </a:solidFill>
          <a:ln>
            <a:solidFill>
              <a:srgbClr val="507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4334256"/>
            <a:ext cx="200253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HTML / CSS /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251960"/>
            <a:ext cx="2468880" cy="457200"/>
          </a:xfrm>
          <a:prstGeom prst="roundRect">
            <a:avLst/>
          </a:prstGeom>
          <a:solidFill>
            <a:srgbClr val="284163"/>
          </a:solidFill>
          <a:ln>
            <a:solidFill>
              <a:srgbClr val="507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4334256"/>
            <a:ext cx="232257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OpenAI-compatible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C2D8EE"/>
                </a:solidFill>
                <a:latin typeface="Aptos"/>
              </a:defRPr>
            </a:pPr>
            <a:r>
              <a:t>AI supports recruiter judgment; it does not make hiring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C2D8E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01 • 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Why build this tool?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The aim is to reduce manual triage effort while keeping candidate evaluation evidence-based.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474720" cy="2377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73152" cy="23774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15768"/>
            <a:ext cx="3090672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Candidate details are spread across profiles, notes, and skills. Searching and tracking decisions manually takes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474720" cy="2377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57400"/>
            <a:ext cx="73152" cy="2377440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21992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15768"/>
            <a:ext cx="3090672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One workspace to search, filter, review, compare, shortlist, tag, and request concise AI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83280" cy="2377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057400"/>
            <a:ext cx="73152" cy="2377440"/>
          </a:xfrm>
          <a:prstGeom prst="rect">
            <a:avLst/>
          </a:prstGeom>
          <a:solidFill>
            <a:srgbClr val="BE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22199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The guardrail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15768"/>
            <a:ext cx="2999232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Summaries should reflect available profile evidence. Recruiters verify the source details and make final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Success looks like: faster candidate discovery • saved recruiter decisions • transparent AI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02 •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A recruiter journey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Keep the live demo focused on one realistic task.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901951"/>
            <a:ext cx="438912" cy="43891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1.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74519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8303A"/>
                </a:solidFill>
                <a:latin typeface="Aptos"/>
              </a:defRPr>
            </a:pPr>
            <a:r>
              <a:t>Find candidates by name, role, skills, or notes.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688335"/>
            <a:ext cx="438912" cy="43891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60903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2.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60903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8303A"/>
                </a:solidFill>
                <a:latin typeface="Aptos"/>
              </a:defRPr>
            </a:pPr>
            <a:r>
              <a:t>Narrow results by relevant criteria.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74719"/>
            <a:ext cx="438912" cy="43891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5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47287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3.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447287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8303A"/>
                </a:solidFill>
                <a:latin typeface="Aptos"/>
              </a:defRPr>
            </a:pPr>
            <a:r>
              <a:t>Open a profile and inspect skills and experience.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261104"/>
            <a:ext cx="438912" cy="43891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33672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4. Organize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233672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8303A"/>
                </a:solidFill>
                <a:latin typeface="Aptos"/>
              </a:defRPr>
            </a:pPr>
            <a:r>
              <a:t>Shortlist and add tags; verify changes persist.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047488"/>
            <a:ext cx="438912" cy="43891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29784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0056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5. Summarize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20056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8303A"/>
                </a:solidFill>
                <a:latin typeface="Aptos"/>
              </a:defRPr>
            </a:pPr>
            <a:r>
              <a:t>Request an evidence-grounded AI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03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Three layers, clear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A small full-stack application that is straightforward to explain and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324612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73152" cy="219456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13432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07208"/>
            <a:ext cx="2862072" cy="1426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HTML5, CSS3, Vanilla JavaScript</a:t>
            </a:r>
            <a:br/>
            <a:br/>
            <a:r>
              <a:t>Shows candidate cards, search/filter controls, tags, shortlist state, and AI summaries.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24612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148840"/>
            <a:ext cx="73152" cy="2194560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313432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807208"/>
            <a:ext cx="2862072" cy="1426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Python + Flask REST API</a:t>
            </a:r>
            <a:br/>
            <a:br/>
            <a:r>
              <a:t>Validates requests, queries records, updates recruiter state, and calls the LLM when requested.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48840"/>
            <a:ext cx="324612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148840"/>
            <a:ext cx="73152" cy="2194560"/>
          </a:xfrm>
          <a:prstGeom prst="rect">
            <a:avLst/>
          </a:prstGeom>
          <a:solidFill>
            <a:srgbClr val="BE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313432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Data +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807208"/>
            <a:ext cx="2862072" cy="1426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SQLite + LLM API</a:t>
            </a:r>
            <a:br/>
            <a:br/>
            <a:r>
              <a:t>SQLite stores candidate and recruiter data. The model generates a concise summary from provided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192B48"/>
                </a:solidFill>
                <a:latin typeface="Aptos"/>
              </a:defRPr>
            </a:pPr>
            <a:r>
              <a:t>Example flow: Frontend request → Flask endpoint → SQLite or LLM service → JSON response → updated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04 • KEY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What matters most in the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Simple engineering choices improve reliability, transparency,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4160520"/>
          </a:xfrm>
          <a:prstGeom prst="rect">
            <a:avLst/>
          </a:prstGeom>
          <a:noFill/>
        </p:spPr>
        <p:txBody>
          <a:bodyPr wrap="square" lIns="54864" rIns="36576" t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Persistence: use safe database initialization so restarting the app does not duplicate seed data or erase recruiter edits.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Search performance: use appropriate database indexes; for repeated skill lookups, an inverted index can map each skill to candidate IDs.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AI integrity: do not return fake summaries. If the API key is missing or the service fails, show a clear error state.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Privacy: keep API keys in environment variables and exclude secrets from version control.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Human oversight: show source evidence alongside AI summaries and avoid autonomous accept/reject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05 • CODING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Rank candidates and review AI-generated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The interviewer wants to see the reasoning, not just the final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20640" cy="30632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73152" cy="30632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30552"/>
            <a:ext cx="475487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Task 2a • Skill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24328"/>
            <a:ext cx="4736592" cy="22951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1. Compare candidate skills with required skills.</a:t>
            </a:r>
            <a:br/>
            <a:r>
              <a:t>2. Count the overlap to produce a numeric score.</a:t>
            </a:r>
            <a:br/>
            <a:r>
              <a:t>3. Sort highest score first.</a:t>
            </a:r>
            <a:br/>
            <a:r>
              <a:t>4. Define tie-breaking, such as name then ID.</a:t>
            </a:r>
            <a:br/>
            <a:r>
              <a:t>5. Test full, partial, and zero 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20640" cy="30632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65960"/>
            <a:ext cx="73152" cy="3063240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130552"/>
            <a:ext cx="475487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Task 2b • Debugging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24328"/>
            <a:ext cx="4736592" cy="22951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Check for common mistakes:</a:t>
            </a:r>
            <a:br/>
            <a:r>
              <a:t>• Loop goes past the last array item.</a:t>
            </a:r>
            <a:br/>
            <a:r>
              <a:t>• Variable is not declared.</a:t>
            </a:r>
            <a:br/>
            <a:r>
              <a:t>• Score is stored as an array, not a number.</a:t>
            </a:r>
            <a:br/>
            <a:r>
              <a:t>• Sort direction is reversed or arithmetic returns NaN.</a:t>
            </a:r>
            <a:br/>
            <a:br/>
            <a:r>
              <a:t>Fix, then test edge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192B48"/>
                </a:solidFill>
                <a:latin typeface="Aptos"/>
              </a:defRPr>
            </a:pPr>
            <a:r>
              <a:t>Explain: purpose → inputs → logic → output → 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06 • AI COLLABORATION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Use AI to accelerate; verify every important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The collaboration log should record what actually happened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429000" cy="25146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73152" cy="25146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3055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Where AI helped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24328"/>
            <a:ext cx="3044952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Initial code scaffolding, test ideas, debugging suggestions, documentation, or synthetic test-data generation—only include tasks you actually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29000" cy="25146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73152" cy="2514600"/>
          </a:xfrm>
          <a:prstGeom prst="rect">
            <a:avLst/>
          </a:prstGeom>
          <a:solidFill>
            <a:srgbClr val="BE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3055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Where you corrected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24328"/>
            <a:ext cx="3044952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Document one real AI suggestion that was wrong or incomplete, what you changed, and why the correction was 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429000" cy="25146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65960"/>
            <a:ext cx="73152" cy="2514600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3055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How you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24328"/>
            <a:ext cx="3044952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Run tests, check expected outputs, try edge cases, inspect database persistence, and test real API errors.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192B48"/>
                </a:solidFill>
                <a:latin typeface="Aptos"/>
              </a:defRPr>
            </a:pPr>
            <a:r>
              <a:t>Include 2–3 actual prompts verbatim in the AI log. Do not invent prompts, test results, or performance claims.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069AA"/>
                </a:solidFill>
                <a:latin typeface="Aptos"/>
              </a:defRPr>
            </a:pPr>
            <a:r>
              <a:t>07 • JUDGMENT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What should happen before a real client rollout?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D6977"/>
                </a:solidFill>
                <a:latin typeface="Aptos"/>
              </a:defRPr>
            </a:pPr>
            <a:r>
              <a:t>For a larger candidate volume, prioritize safety and reliability before adding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29000" cy="28803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73152" cy="288036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Build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78608"/>
            <a:ext cx="3044952" cy="21122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• Authentication and role-based access</a:t>
            </a:r>
            <a:br/>
            <a:r>
              <a:t>• Audit trail for shortlist decisions</a:t>
            </a:r>
            <a:br/>
            <a:r>
              <a:t>• Background processing for slow AI calls</a:t>
            </a:r>
            <a:br/>
            <a:r>
              <a:t>• Monitoring and reliable 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429000" cy="28803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73152" cy="2880360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8483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Defer for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78608"/>
            <a:ext cx="3044952" cy="21122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• Autonomous hiring or auto-rejection</a:t>
            </a:r>
            <a:br/>
            <a:r>
              <a:t>• Complex multi-client billing</a:t>
            </a:r>
            <a:br/>
            <a:r>
              <a:t>• Vector search without a clear need</a:t>
            </a:r>
            <a:br/>
            <a:r>
              <a:t>• Automated candidate outreach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20240"/>
            <a:ext cx="3429000" cy="288036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20240"/>
            <a:ext cx="73152" cy="2880360"/>
          </a:xfrm>
          <a:prstGeom prst="rect">
            <a:avLst/>
          </a:prstGeom>
          <a:solidFill>
            <a:srgbClr val="BE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08483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92B48"/>
                </a:solidFill>
                <a:latin typeface="Aptos"/>
              </a:defRPr>
            </a:pPr>
            <a:r>
              <a:t>Main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78608"/>
            <a:ext cx="3044952" cy="21122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03A"/>
                </a:solidFill>
                <a:latin typeface="Aptos"/>
              </a:defRPr>
            </a:pPr>
            <a:r>
              <a:t>Automation bias: recruiters may over-trust fluent AI summaries.</a:t>
            </a:r>
            <a:br/>
            <a:br/>
            <a:r>
              <a:t>Mitigate by keeping source notes visible, requiring human review, and auditing summary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92B48"/>
                </a:solidFill>
                <a:latin typeface="Aptos"/>
              </a:defRPr>
            </a:pPr>
            <a:r>
              <a:t>Measure success with shortlist time, data integrity, and human agreement with extracted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D6977"/>
                </a:solidFill>
                <a:latin typeface="Aptos"/>
              </a:defRPr>
            </a:pPr>
            <a:r>
              <a:t>GCCX AI Full-Stack Engineer Intern • Candidate Triage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5D697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A0CBF5"/>
                </a:solidFill>
                <a:latin typeface="Aptos"/>
              </a:defRPr>
            </a:pPr>
            <a:r>
              <a:t>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One clear demo. One clear takeaway.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241280" cy="3017520"/>
          </a:xfrm>
          <a:prstGeom prst="rect">
            <a:avLst/>
          </a:prstGeom>
          <a:noFill/>
        </p:spPr>
        <p:txBody>
          <a:bodyPr wrap="square" lIns="54864" rIns="36576" t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Search by skill or role and apply a filter.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Open a profile and inspect the evidence.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Shortlist the candidate, add a tag, and refresh to verify persistence.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Request an AI summary and compare it with the source profile.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Show the relevant API route or test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1">
                <a:solidFill>
                  <a:srgbClr val="C2D8EE"/>
                </a:solidFill>
                <a:latin typeface="Aptos"/>
              </a:defRPr>
            </a:pPr>
            <a:r>
              <a:t>Thank you •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C2D8E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7E7F8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914400" y="5742432"/>
            <a:ext cx="3200400" cy="475488"/>
          </a:xfrm>
          <a:prstGeom prst="roundRect">
            <a:avLst/>
          </a:prstGeom>
          <a:solidFill>
            <a:srgbClr val="529DE6"/>
          </a:solidFill>
          <a:ln>
            <a:solidFill>
              <a:srgbClr val="529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hlinkClick r:id="rId2"/>
              </a:rPr>
              <a:t>Open Candidate Triage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74243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http://127.0.0.1:5000 — works only while the app is running on your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